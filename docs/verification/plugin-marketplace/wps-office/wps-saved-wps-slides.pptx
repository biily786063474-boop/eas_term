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</a:rPr>
              <a:t>WPS 演示 · 插件验收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064240" cy="475488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</a:rPr>
              <a:t>中文标题与正文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</a:rPr>
              <a:t>创建 → 保存 → 插件编辑 → 重新打开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</a:rPr>
              <a:t>第二页：往返验证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064240" cy="475488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</a:rPr>
              <a:t>更新成功：WPS 保存后，插件编辑并保留两页布局。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</Words>
  <Application>WPS 表格</Application>
  <PresentationFormat>On-screen Show (16:9)</PresentationFormat>
  <Paragraphs>9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5" baseType="lpstr">
      <vt:lpstr>Arial</vt:lpstr>
      <vt:lpstr>宋体</vt:lpstr>
      <vt:lpstr>Wingdings</vt:lpstr>
      <vt:lpstr>Calibri</vt:lpstr>
      <vt:lpstr>Helvetica Neue</vt:lpstr>
      <vt:lpstr>宋体</vt:lpstr>
      <vt:lpstr>宋体-简</vt:lpstr>
      <vt:lpstr>微软雅黑</vt:lpstr>
      <vt:lpstr>汉仪旗黑</vt:lpstr>
      <vt:lpstr>Arial Unicode MS</vt:lpstr>
      <vt:lpstr>等线</vt:lpstr>
      <vt:lpstr>苹方-简</vt:lpstr>
      <vt:lpstr>Office Theme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Eas-Term PowerPoint</dc:creator>
  <dc:subject>Text presentation</dc:subject>
  <cp:lastModifiedBy>biily</cp:lastModifiedBy>
  <cp:revision>2</cp:revision>
  <dcterms:created xsi:type="dcterms:W3CDTF">2026-09-22T09:58:06Z</dcterms:created>
  <dcterms:modified xsi:type="dcterms:W3CDTF">2026-09-22T09:58:06Z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9AE26146597E963A2E51B26A76871208_42</vt:lpwstr>
  </property>
  <property fmtid="{D5CDD505-2E9C-101B-9397-08002B2CF9AE}" pid="3" name="KSOProductBuildVer">
    <vt:lpwstr>2052-12.1.28496.28496</vt:lpwstr>
  </property>
</Properties>
</file>